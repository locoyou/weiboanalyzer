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2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2DBFC-E630-456E-92E9-6F0D70786F2A}" type="datetimeFigureOut">
              <a:rPr lang="zh-CN" altLang="en-US" smtClean="0"/>
              <a:t>2013/4/24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275F8-28F1-4AF6-8D42-C6E5F56CCA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程序需求</a:t>
            </a:r>
            <a:r>
              <a:rPr lang="en-US" altLang="zh-CN" dirty="0" smtClean="0"/>
              <a:t>V2.0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王晓珊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加入停止条件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在原程序基础上加入以下停止条件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、若是一条博文的转发与评论数量均大于</a:t>
            </a:r>
            <a:r>
              <a:rPr lang="en-US" altLang="zh-CN" dirty="0" smtClean="0"/>
              <a:t>200</a:t>
            </a:r>
            <a:r>
              <a:rPr lang="zh-CN" altLang="en-US" dirty="0" smtClean="0"/>
              <a:t>，则视为异常现象，不摘取该条博文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、在每个微博账户中至多摘取</a:t>
            </a:r>
            <a:r>
              <a:rPr lang="en-US" altLang="zh-CN" dirty="0" smtClean="0"/>
              <a:t>30</a:t>
            </a:r>
            <a:r>
              <a:rPr lang="zh-CN" altLang="en-US" dirty="0" smtClean="0"/>
              <a:t>条博文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获得关于博文的信息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需要获得关于博文的以下信息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、博文文字内容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、发出博文的时间</a:t>
            </a:r>
            <a:endParaRPr lang="en-US" altLang="zh-CN" dirty="0" smtClean="0"/>
          </a:p>
          <a:p>
            <a:r>
              <a:rPr lang="en-US" altLang="zh-CN" dirty="0"/>
              <a:t>3</a:t>
            </a:r>
            <a:r>
              <a:rPr lang="zh-CN" altLang="en-US" dirty="0" smtClean="0"/>
              <a:t>、是否含链接，是否含图片（</a:t>
            </a:r>
            <a:r>
              <a:rPr lang="zh-CN" altLang="en-US" dirty="0" smtClean="0"/>
              <a:t>只需返回</a:t>
            </a:r>
            <a:r>
              <a:rPr lang="en-US" altLang="zh-CN" dirty="0" smtClean="0"/>
              <a:t>true=1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false=0</a:t>
            </a:r>
            <a:r>
              <a:rPr lang="zh-CN" altLang="en-US" dirty="0" smtClean="0"/>
              <a:t>即可，不用摘录链接、图片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4</a:t>
            </a:r>
            <a:r>
              <a:rPr lang="zh-CN" altLang="en-US" dirty="0" smtClean="0"/>
              <a:t>、是否在博文中</a:t>
            </a:r>
            <a:r>
              <a:rPr lang="en-US" altLang="zh-CN" dirty="0" smtClean="0"/>
              <a:t>@</a:t>
            </a:r>
            <a:r>
              <a:rPr lang="zh-CN" altLang="en-US" dirty="0" smtClean="0"/>
              <a:t>另外的用户，并摘录被</a:t>
            </a:r>
            <a:r>
              <a:rPr lang="en-US" altLang="zh-CN" dirty="0" smtClean="0"/>
              <a:t>@</a:t>
            </a:r>
            <a:r>
              <a:rPr lang="zh-CN" altLang="en-US" dirty="0" smtClean="0"/>
              <a:t>用户的信息，包括</a:t>
            </a:r>
            <a:r>
              <a:rPr lang="zh-CN" altLang="en-US" dirty="0" smtClean="0"/>
              <a:t>包括其</a:t>
            </a:r>
            <a:r>
              <a:rPr lang="en-US" altLang="zh-CN" dirty="0" smtClean="0"/>
              <a:t>ID</a:t>
            </a:r>
            <a:r>
              <a:rPr lang="zh-CN" altLang="en-US" dirty="0" smtClean="0"/>
              <a:t>、昵称、是否加</a:t>
            </a:r>
            <a:r>
              <a:rPr lang="en-US" altLang="zh-CN" dirty="0" smtClean="0"/>
              <a:t>V</a:t>
            </a:r>
            <a:r>
              <a:rPr lang="zh-CN" altLang="en-US" dirty="0" smtClean="0"/>
              <a:t>用户、粉丝数、关注数、微博数以及等级特征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获得关于粉丝的信息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获得主动参与博文互动的粉丝的信息（也就是只是躺枪被</a:t>
            </a:r>
            <a:r>
              <a:rPr lang="en-US" altLang="zh-CN" dirty="0" smtClean="0"/>
              <a:t>@</a:t>
            </a:r>
            <a:r>
              <a:rPr lang="zh-CN" altLang="en-US" dirty="0" smtClean="0"/>
              <a:t>，而没有主动的转发、评论的粉丝信息就不用摘录了）</a:t>
            </a:r>
            <a:endParaRPr lang="en-US" altLang="zh-CN" dirty="0" smtClean="0"/>
          </a:p>
          <a:p>
            <a:r>
              <a:rPr lang="zh-CN" altLang="en-US" dirty="0" smtClean="0"/>
              <a:t>需要摘录的信息包括</a:t>
            </a:r>
            <a:r>
              <a:rPr lang="zh-CN" altLang="en-US" b="1" dirty="0" smtClean="0"/>
              <a:t>评论（转发）内容、</a:t>
            </a:r>
            <a:r>
              <a:rPr lang="zh-CN" altLang="en-US" b="1" dirty="0" smtClean="0"/>
              <a:t>其</a:t>
            </a:r>
            <a:r>
              <a:rPr lang="en-US" altLang="zh-CN" b="1" dirty="0" smtClean="0"/>
              <a:t>ID</a:t>
            </a:r>
            <a:r>
              <a:rPr lang="zh-CN" altLang="en-US" b="1" dirty="0" smtClean="0"/>
              <a:t>、昵称、是否加</a:t>
            </a:r>
            <a:r>
              <a:rPr lang="en-US" altLang="zh-CN" b="1" dirty="0" smtClean="0"/>
              <a:t>V</a:t>
            </a:r>
            <a:r>
              <a:rPr lang="zh-CN" altLang="en-US" b="1" dirty="0" smtClean="0"/>
              <a:t>用户、粉丝数、关注数、微博数、等级特征以及在该博文下面被主动联系的次数（对话关系矩阵中的列和）、主动联系别人的次数（对话关系矩阵中的行和）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关于对话矩阵的某些变量计算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在对话矩阵中希望计算以下变量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、密度</a:t>
            </a:r>
            <a:r>
              <a:rPr lang="en-US" altLang="zh-CN" dirty="0" smtClean="0"/>
              <a:t>_1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l</a:t>
            </a:r>
            <a:r>
              <a:rPr lang="en-US" altLang="zh-CN" sz="1800" dirty="0" smtClean="0"/>
              <a:t>1</a:t>
            </a:r>
            <a:r>
              <a:rPr lang="en-US" altLang="zh-CN" dirty="0" smtClean="0"/>
              <a:t>/N(N-1)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</a:t>
            </a:r>
            <a:r>
              <a:rPr lang="en-US" altLang="zh-CN" sz="1800" dirty="0" smtClean="0"/>
              <a:t>1</a:t>
            </a:r>
            <a:r>
              <a:rPr lang="zh-CN" altLang="en-US" dirty="0" smtClean="0"/>
              <a:t>表示对话矩阵中所有数字之和，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表示对话矩阵的所有参与人数，包括博主。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、密度</a:t>
            </a:r>
            <a:r>
              <a:rPr lang="en-US" altLang="zh-CN" dirty="0" smtClean="0"/>
              <a:t>_2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l</a:t>
            </a:r>
            <a:r>
              <a:rPr lang="en-US" altLang="zh-CN" sz="1800" dirty="0" smtClean="0"/>
              <a:t>2</a:t>
            </a:r>
            <a:r>
              <a:rPr lang="en-US" altLang="zh-CN" dirty="0" smtClean="0"/>
              <a:t>/n(n-1)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</a:t>
            </a:r>
            <a:r>
              <a:rPr lang="en-US" altLang="zh-CN" sz="1800" dirty="0" smtClean="0"/>
              <a:t>2</a:t>
            </a:r>
            <a:r>
              <a:rPr lang="zh-CN" altLang="en-US" dirty="0" smtClean="0"/>
              <a:t>表示对话矩阵中所有数字之和减去博主的行和与列和，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表示对话矩阵的参与粉丝数，即</a:t>
            </a:r>
            <a:r>
              <a:rPr lang="en-US" altLang="zh-CN" dirty="0" smtClean="0"/>
              <a:t>N-1</a:t>
            </a:r>
            <a:r>
              <a:rPr lang="zh-CN" altLang="en-US" dirty="0" smtClean="0"/>
              <a:t>，不包括博主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、中心度：</a:t>
            </a:r>
            <a:r>
              <a:rPr lang="en-US" altLang="zh-CN" dirty="0" smtClean="0"/>
              <a:t>l</a:t>
            </a:r>
            <a:r>
              <a:rPr lang="en-US" altLang="zh-CN" sz="1800" dirty="0" smtClean="0"/>
              <a:t>3</a:t>
            </a:r>
            <a:r>
              <a:rPr lang="en-US" altLang="zh-CN" dirty="0" smtClean="0"/>
              <a:t>/n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</a:t>
            </a:r>
            <a:r>
              <a:rPr lang="en-US" altLang="zh-CN" sz="1800" dirty="0" smtClean="0"/>
              <a:t>3</a:t>
            </a:r>
            <a:r>
              <a:rPr lang="zh-CN" altLang="en-US" dirty="0" smtClean="0"/>
              <a:t>表示博主的列和，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表示参与的粉丝数，即</a:t>
            </a:r>
            <a:r>
              <a:rPr lang="en-US" altLang="zh-CN" dirty="0" smtClean="0"/>
              <a:t>N-1</a:t>
            </a:r>
            <a:r>
              <a:rPr lang="zh-CN" altLang="en-US" dirty="0" smtClean="0"/>
              <a:t>，不包括博主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其他要求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输出形式要求：</a:t>
            </a:r>
            <a:endParaRPr lang="en-US" altLang="zh-CN" dirty="0" smtClean="0"/>
          </a:p>
          <a:p>
            <a:r>
              <a:rPr lang="zh-CN" altLang="en-US" sz="2400" dirty="0" smtClean="0"/>
              <a:t>博文信息：汇总到一张</a:t>
            </a:r>
            <a:r>
              <a:rPr lang="en-US" altLang="zh-CN" sz="2400" dirty="0" smtClean="0"/>
              <a:t>excel</a:t>
            </a:r>
            <a:r>
              <a:rPr lang="zh-CN" altLang="en-US" sz="2400" dirty="0" smtClean="0"/>
              <a:t>表上</a:t>
            </a:r>
            <a:endParaRPr lang="en-US" altLang="zh-CN" sz="2400" dirty="0" smtClean="0"/>
          </a:p>
          <a:p>
            <a:r>
              <a:rPr lang="zh-CN" altLang="en-US" sz="2400" dirty="0" smtClean="0"/>
              <a:t>粉丝信息：每条博文一张</a:t>
            </a:r>
            <a:r>
              <a:rPr lang="en-US" altLang="zh-CN" sz="2400" dirty="0" smtClean="0"/>
              <a:t>excel</a:t>
            </a:r>
            <a:r>
              <a:rPr lang="zh-CN" altLang="en-US" sz="2400" dirty="0" smtClean="0"/>
              <a:t>表，同对话关系矩阵相同</a:t>
            </a:r>
            <a:endParaRPr lang="en-US" altLang="zh-CN" sz="2400" dirty="0" smtClean="0"/>
          </a:p>
          <a:p>
            <a:r>
              <a:rPr lang="zh-CN" altLang="en-US" sz="2400" dirty="0" smtClean="0"/>
              <a:t>对话矩阵变量计算结果：汇总到一张</a:t>
            </a:r>
            <a:r>
              <a:rPr lang="en-US" altLang="zh-CN" sz="2400" dirty="0" smtClean="0"/>
              <a:t>excel</a:t>
            </a:r>
            <a:r>
              <a:rPr lang="zh-CN" altLang="en-US" sz="2400" dirty="0" smtClean="0"/>
              <a:t>表上</a:t>
            </a:r>
            <a:endParaRPr lang="en-US" altLang="zh-CN" sz="2400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程序要求：</a:t>
            </a:r>
            <a:endParaRPr lang="en-US" altLang="zh-CN" dirty="0" smtClean="0"/>
          </a:p>
          <a:p>
            <a:r>
              <a:rPr lang="zh-CN" altLang="en-US" sz="2400" dirty="0" smtClean="0"/>
              <a:t>设置足够长的延长时间，可以一直跑，而不用担心超过</a:t>
            </a:r>
            <a:r>
              <a:rPr lang="en-US" altLang="zh-CN" sz="2400" dirty="0" smtClean="0"/>
              <a:t>API</a:t>
            </a:r>
            <a:r>
              <a:rPr lang="zh-CN" altLang="en-US" sz="2400" dirty="0" smtClean="0"/>
              <a:t>调用次数限制</a:t>
            </a:r>
            <a:endParaRPr lang="en-US" altLang="zh-CN" sz="2400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443</Words>
  <Application>Microsoft Office PowerPoint</Application>
  <PresentationFormat>全屏显示(4:3)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程序需求V2.0</vt:lpstr>
      <vt:lpstr>加入停止条件</vt:lpstr>
      <vt:lpstr>获得关于博文的信息</vt:lpstr>
      <vt:lpstr>获得关于粉丝的信息</vt:lpstr>
      <vt:lpstr>关于对话矩阵的某些变量计算</vt:lpstr>
      <vt:lpstr>其他要求</vt:lpstr>
    </vt:vector>
  </TitlesOfParts>
  <Company>DELLNBX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程序需求V2.0</dc:title>
  <dc:creator>cathy</dc:creator>
  <cp:lastModifiedBy>cathy</cp:lastModifiedBy>
  <cp:revision>1</cp:revision>
  <dcterms:created xsi:type="dcterms:W3CDTF">2013-04-24T12:45:58Z</dcterms:created>
  <dcterms:modified xsi:type="dcterms:W3CDTF">2013-04-24T13:32:51Z</dcterms:modified>
</cp:coreProperties>
</file>